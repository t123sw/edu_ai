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Calculator Agent Slide 1</a:t>
            </a:r>
          </a:p>
          <a:p>
            <a:r>
              <a:t>TOOLS NEED VALIDATED ARGUMENTS</a:t>
            </a:r>
          </a:p>
          <a:p>
            <a:r>
              <a:t>FAILURE RETURNS INVALID_ARGUMENT</a:t>
            </a:r>
          </a:p>
        </p:txBody>
      </p:sp>
      <p:pic>
        <p:nvPicPr>
          <p:cNvPr id="3" name="Picture 2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456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Calculator Agent Slide 2</a:t>
            </a:r>
          </a:p>
          <a:p>
            <a:r>
              <a:t>SUCCESS ADDS 12 AND 30 TO GET 42</a:t>
            </a:r>
          </a:p>
          <a:p>
            <a:r>
              <a:t>FINAL PAGE REQUIRES API AUTHENTICATION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27432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12 + 30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